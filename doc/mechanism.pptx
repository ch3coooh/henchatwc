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1" autoAdjust="0"/>
    <p:restoredTop sz="94660"/>
  </p:normalViewPr>
  <p:slideViewPr>
    <p:cSldViewPr snapToGrid="0">
      <p:cViewPr>
        <p:scale>
          <a:sx n="100" d="100"/>
          <a:sy n="100" d="100"/>
        </p:scale>
        <p:origin x="-3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8F868A-D86F-4B5A-8C9E-A1862C9423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ja-JP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CBE5D69-0AD3-43B5-B4F3-8A04D8D66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ja-JP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7B5EEE-8329-4679-B40C-C6F337AC7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B556E-1B6E-42F3-BF22-18CA0E3754ED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0BEA85-5B6A-4434-97EA-3B015667E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63826F-DEC0-4FFD-8373-4793053F9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8887F-D251-47E2-83A0-37F85BCFB3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4117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B3F942-0DD8-4FB2-AFA6-F52296529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ja-JP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FBD201-AC01-4A25-B795-F5798FF3B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ja-JP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9537CF-223A-43C9-A9B3-9A972357F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B556E-1B6E-42F3-BF22-18CA0E3754ED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9E9312-3DD7-401C-8DCF-98CAB15FF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D36C2E-245E-4EC9-924C-40DDB973A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8887F-D251-47E2-83A0-37F85BCFB3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7241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81FEFD-DA06-4511-B5C2-8AF45E5E1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ja-JP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2FF32E-2CBF-4B3A-B99E-FF3DA6EEC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B24FF6-5680-43ED-B3BB-CFFD546F7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B556E-1B6E-42F3-BF22-18CA0E3754ED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1AC697-B638-41E9-93AC-C453434E6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3E7183-8BB7-4618-8505-34DDCE80F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8887F-D251-47E2-83A0-37F85BCFB3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8369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64E718-B26D-4D95-93BA-98A076968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ja-JP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18D2CA-226E-418E-B104-0617782504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ja-JP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FD5A49-854F-4FC6-A03F-6BEBBD6537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ja-JP" alt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5BD697-41D6-4C03-8BBA-3BECC4882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B556E-1B6E-42F3-BF22-18CA0E3754ED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2C3D87-35FA-4903-BF09-ACCADA766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94B85E-B881-4F33-9BD3-730B8FF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8887F-D251-47E2-83A0-37F85BCFB3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5719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6BFC16-1B93-4A8B-87C5-7EA424453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ja-JP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2499AC-1E4F-4660-9844-824582A9FB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00E3712-2F1C-4167-AD4C-3BE41F0872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ja-JP" alt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B4CEE2A-FB83-436A-9575-3E60F75D46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8D2CC67-D309-41B0-953F-7CEBE85D4D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ja-JP" alt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A6D70DC-5C05-4766-B84C-B6696FBDB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B556E-1B6E-42F3-BF22-18CA0E3754ED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295CE65-ABCC-4F17-A696-EC907E6AE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A0C2555-A458-4A1B-8883-A70643016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8887F-D251-47E2-83A0-37F85BCFB3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4340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BCC437-3EFC-4886-834E-4D17260E4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ja-JP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EA68FF5-B287-4CA3-A125-DC7317C0E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B556E-1B6E-42F3-BF22-18CA0E3754ED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938D739-8D3B-4CDE-B98A-ABD105664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0C90973-ECC7-4610-B6AC-2B6755862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8887F-D251-47E2-83A0-37F85BCFB3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4285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ADEB975-34B7-472F-A806-CDDE30075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B556E-1B6E-42F3-BF22-18CA0E3754ED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2326574-582B-485F-B97E-C5F0E93E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72EDC5-25B6-4344-A38C-6DA731AC3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8887F-D251-47E2-83A0-37F85BCFB3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7957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38C13A-019F-4B92-AC24-B01DAA45A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ja-JP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2AD207-D019-46E7-9B1C-3321AFCA4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ja-JP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A46B14F-3867-46C4-AA13-6ADA70164B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6FD4F1-B281-4FDF-8E01-18412DE54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B556E-1B6E-42F3-BF22-18CA0E3754ED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EDF422-3921-4E55-8FC5-30548E621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6CEB35-0C7D-4CC9-9903-9FD72F828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8887F-D251-47E2-83A0-37F85BCFB3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873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DD70C4-84B0-4191-9F85-1432AB205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ja-JP" alt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BEE2BCD-792F-447F-BC5C-4EFA31EC1D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750D83B-13DC-4428-8AC4-E25FC4DD22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F4C890-663D-46B7-BE14-788779F96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B556E-1B6E-42F3-BF22-18CA0E3754ED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8A8EF3C-23A8-4925-AB26-B474CF746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D59B18-44D9-4761-A414-F8ED52D4D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8887F-D251-47E2-83A0-37F85BCFB3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4847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743D0-BA1E-45A8-8294-AC91C8743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ja-JP" alt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F5857E1-E0A4-4E2F-9DD2-F2B1CEC580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ja-JP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0EBA40-9694-4357-BE38-38A57D174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B556E-1B6E-42F3-BF22-18CA0E3754ED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7B807E-E311-42DA-821B-D479A9C7C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EAB93D-8F16-4C11-8821-F8560C965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8887F-D251-47E2-83A0-37F85BCFB3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3242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D2C8DF5-DDE4-4372-89A2-9A74926A77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ja-JP" alt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DBF9515-87AC-4E0F-AEE4-C85806B90D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ja-JP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5BBF35-097B-43C8-AF6D-41F4C4F06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B556E-1B6E-42F3-BF22-18CA0E3754ED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C7DDA6-3BAA-42C1-B574-2FC42CB14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C2A5C3-19C2-4284-A13D-82C5295E1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8887F-D251-47E2-83A0-37F85BCFB3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5655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B4BFC8E-AF76-4F2F-A6EE-8EBC3F94C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ja-JP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79E388-C8E9-415D-9337-48340C65BB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ja-JP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4EE7AE-7725-4F54-BB2E-926EDC9C06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6B556E-1B6E-42F3-BF22-18CA0E3754ED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7EB34A-1A94-4384-9DD7-DB540E3C33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B65273-E364-4B3B-9D75-68965A30DE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48887F-D251-47E2-83A0-37F85BCFB3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6085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流程图: 磁盘 3">
            <a:extLst>
              <a:ext uri="{FF2B5EF4-FFF2-40B4-BE49-F238E27FC236}">
                <a16:creationId xmlns:a16="http://schemas.microsoft.com/office/drawing/2014/main" id="{8DCA720C-E01F-4D8F-A1E1-3848065DA7FF}"/>
              </a:ext>
            </a:extLst>
          </p:cNvPr>
          <p:cNvSpPr/>
          <p:nvPr/>
        </p:nvSpPr>
        <p:spPr>
          <a:xfrm>
            <a:off x="9812508" y="2584791"/>
            <a:ext cx="1008531" cy="652183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err="1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MsgDB</a:t>
            </a:r>
            <a:endParaRPr kumimoji="1" lang="ja-JP" altLang="en-US" sz="14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584E218-9CB4-4680-A341-6BEF1F12A8B2}"/>
              </a:ext>
            </a:extLst>
          </p:cNvPr>
          <p:cNvSpPr/>
          <p:nvPr/>
        </p:nvSpPr>
        <p:spPr>
          <a:xfrm>
            <a:off x="3128681" y="2393575"/>
            <a:ext cx="914400" cy="3832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Encrypt</a:t>
            </a:r>
            <a:endParaRPr lang="ja-JP" altLang="en-US" sz="14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88D2BAF-574A-43E9-8039-4A6B90DF2527}"/>
              </a:ext>
            </a:extLst>
          </p:cNvPr>
          <p:cNvSpPr/>
          <p:nvPr/>
        </p:nvSpPr>
        <p:spPr>
          <a:xfrm>
            <a:off x="3128681" y="3052078"/>
            <a:ext cx="914400" cy="3832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SHA-1</a:t>
            </a:r>
            <a:endParaRPr lang="ja-JP" altLang="en-US" sz="14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4656EB1-2918-4A0D-8311-A53EBFD92F86}"/>
              </a:ext>
            </a:extLst>
          </p:cNvPr>
          <p:cNvSpPr/>
          <p:nvPr/>
        </p:nvSpPr>
        <p:spPr>
          <a:xfrm>
            <a:off x="1203510" y="2719666"/>
            <a:ext cx="914400" cy="3832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MSG</a:t>
            </a:r>
            <a:endParaRPr lang="ja-JP" altLang="en-US" sz="14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E1790EF-0142-4F17-954C-564CF0F28268}"/>
              </a:ext>
            </a:extLst>
          </p:cNvPr>
          <p:cNvSpPr/>
          <p:nvPr/>
        </p:nvSpPr>
        <p:spPr>
          <a:xfrm>
            <a:off x="2117910" y="1758200"/>
            <a:ext cx="1010771" cy="3832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Random</a:t>
            </a:r>
          </a:p>
          <a:p>
            <a:pPr algn="ctr"/>
            <a:r>
              <a:rPr lang="en-US" altLang="ja-JP" sz="12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</a:t>
            </a:r>
            <a:endParaRPr lang="ja-JP" altLang="en-US" sz="12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连接符: 肘形 10">
            <a:extLst>
              <a:ext uri="{FF2B5EF4-FFF2-40B4-BE49-F238E27FC236}">
                <a16:creationId xmlns:a16="http://schemas.microsoft.com/office/drawing/2014/main" id="{14A67860-876C-4928-859E-FF1754C8EBA2}"/>
              </a:ext>
            </a:extLst>
          </p:cNvPr>
          <p:cNvCxnSpPr>
            <a:stCxn id="9" idx="3"/>
            <a:endCxn id="6" idx="0"/>
          </p:cNvCxnSpPr>
          <p:nvPr/>
        </p:nvCxnSpPr>
        <p:spPr>
          <a:xfrm>
            <a:off x="3128681" y="1949821"/>
            <a:ext cx="457200" cy="443754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8F3B0437-4B08-477D-9FB0-2274E3C4AC2F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 flipV="1">
            <a:off x="2117910" y="2585196"/>
            <a:ext cx="1010771" cy="326091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连接符: 肘形 14">
            <a:extLst>
              <a:ext uri="{FF2B5EF4-FFF2-40B4-BE49-F238E27FC236}">
                <a16:creationId xmlns:a16="http://schemas.microsoft.com/office/drawing/2014/main" id="{21AAFA96-9AB5-4139-89AA-FD7ED8240B06}"/>
              </a:ext>
            </a:extLst>
          </p:cNvPr>
          <p:cNvCxnSpPr>
            <a:cxnSpLocks/>
            <a:stCxn id="8" idx="3"/>
            <a:endCxn id="7" idx="1"/>
          </p:cNvCxnSpPr>
          <p:nvPr/>
        </p:nvCxnSpPr>
        <p:spPr>
          <a:xfrm>
            <a:off x="2117910" y="2911287"/>
            <a:ext cx="1010771" cy="332412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7618DD42-0B63-4E2E-AC24-2CF44745341E}"/>
              </a:ext>
            </a:extLst>
          </p:cNvPr>
          <p:cNvSpPr/>
          <p:nvPr/>
        </p:nvSpPr>
        <p:spPr>
          <a:xfrm>
            <a:off x="4596652" y="2393574"/>
            <a:ext cx="914400" cy="3832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E(MSG)</a:t>
            </a:r>
            <a:endParaRPr lang="ja-JP" altLang="en-US" sz="14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4ED0C64-C659-422F-AAFC-F9272439275E}"/>
              </a:ext>
            </a:extLst>
          </p:cNvPr>
          <p:cNvSpPr/>
          <p:nvPr/>
        </p:nvSpPr>
        <p:spPr>
          <a:xfrm>
            <a:off x="4596652" y="3052078"/>
            <a:ext cx="914400" cy="3832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H(MSG)</a:t>
            </a:r>
            <a:endParaRPr lang="ja-JP" altLang="en-US" sz="14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DFF35130-32EB-4B2A-A199-27BA85EEED36}"/>
              </a:ext>
            </a:extLst>
          </p:cNvPr>
          <p:cNvCxnSpPr>
            <a:stCxn id="6" idx="3"/>
            <a:endCxn id="18" idx="1"/>
          </p:cNvCxnSpPr>
          <p:nvPr/>
        </p:nvCxnSpPr>
        <p:spPr>
          <a:xfrm flipV="1">
            <a:off x="4043081" y="2585195"/>
            <a:ext cx="553571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C5AEF5FE-CADD-4A8B-BB47-197D4E85D170}"/>
              </a:ext>
            </a:extLst>
          </p:cNvPr>
          <p:cNvCxnSpPr>
            <a:stCxn id="7" idx="3"/>
            <a:endCxn id="23" idx="1"/>
          </p:cNvCxnSpPr>
          <p:nvPr/>
        </p:nvCxnSpPr>
        <p:spPr>
          <a:xfrm>
            <a:off x="4043081" y="3243699"/>
            <a:ext cx="55357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378B9660-9339-42B4-B26B-8B057A32FD29}"/>
              </a:ext>
            </a:extLst>
          </p:cNvPr>
          <p:cNvSpPr txBox="1"/>
          <p:nvPr/>
        </p:nvSpPr>
        <p:spPr>
          <a:xfrm>
            <a:off x="3807492" y="841548"/>
            <a:ext cx="51738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https://app.henchat.net/henChatWC/</a:t>
            </a:r>
            <a:r>
              <a:rPr lang="en-US" altLang="zh-Han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ja-JP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hash=</a:t>
            </a:r>
            <a:r>
              <a:rPr lang="en-US" altLang="ja-JP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r>
              <a:rPr lang="ja-JP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&amp;key=</a:t>
            </a:r>
            <a:r>
              <a:rPr lang="en-US" altLang="ja-JP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ja-JP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666DBC3-010E-42B8-B950-AD097ECCDCF4}"/>
              </a:ext>
            </a:extLst>
          </p:cNvPr>
          <p:cNvSpPr/>
          <p:nvPr/>
        </p:nvSpPr>
        <p:spPr>
          <a:xfrm>
            <a:off x="7690213" y="841548"/>
            <a:ext cx="326571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4AD1159-48CF-47C5-BDAC-98DEF345ECEF}"/>
              </a:ext>
            </a:extLst>
          </p:cNvPr>
          <p:cNvSpPr/>
          <p:nvPr/>
        </p:nvSpPr>
        <p:spPr>
          <a:xfrm>
            <a:off x="8546556" y="841547"/>
            <a:ext cx="326571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3" name="连接符: 肘形 42">
            <a:extLst>
              <a:ext uri="{FF2B5EF4-FFF2-40B4-BE49-F238E27FC236}">
                <a16:creationId xmlns:a16="http://schemas.microsoft.com/office/drawing/2014/main" id="{1EF30879-809A-481B-9F51-5C311A9DBF27}"/>
              </a:ext>
            </a:extLst>
          </p:cNvPr>
          <p:cNvCxnSpPr>
            <a:stCxn id="9" idx="3"/>
            <a:endCxn id="41" idx="2"/>
          </p:cNvCxnSpPr>
          <p:nvPr/>
        </p:nvCxnSpPr>
        <p:spPr>
          <a:xfrm flipV="1">
            <a:off x="3128681" y="1149324"/>
            <a:ext cx="5581161" cy="800497"/>
          </a:xfrm>
          <a:prstGeom prst="bentConnector2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连接符: 肘形 44">
            <a:extLst>
              <a:ext uri="{FF2B5EF4-FFF2-40B4-BE49-F238E27FC236}">
                <a16:creationId xmlns:a16="http://schemas.microsoft.com/office/drawing/2014/main" id="{DE7B6CD7-210E-4C7C-8CE6-523D809CA8E8}"/>
              </a:ext>
            </a:extLst>
          </p:cNvPr>
          <p:cNvCxnSpPr>
            <a:stCxn id="23" idx="3"/>
            <a:endCxn id="40" idx="2"/>
          </p:cNvCxnSpPr>
          <p:nvPr/>
        </p:nvCxnSpPr>
        <p:spPr>
          <a:xfrm flipV="1">
            <a:off x="5511052" y="1149325"/>
            <a:ext cx="2342447" cy="2094374"/>
          </a:xfrm>
          <a:prstGeom prst="bentConnector2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>
            <a:extLst>
              <a:ext uri="{FF2B5EF4-FFF2-40B4-BE49-F238E27FC236}">
                <a16:creationId xmlns:a16="http://schemas.microsoft.com/office/drawing/2014/main" id="{FAA0DC3A-FD21-49DD-84AC-87F48DA8A09B}"/>
              </a:ext>
            </a:extLst>
          </p:cNvPr>
          <p:cNvSpPr/>
          <p:nvPr/>
        </p:nvSpPr>
        <p:spPr>
          <a:xfrm>
            <a:off x="5827111" y="2719665"/>
            <a:ext cx="1858204" cy="3832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HASH | MSG(ENC)</a:t>
            </a:r>
            <a:endParaRPr lang="ja-JP" altLang="en-US" sz="14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2" name="连接符: 肘形 51">
            <a:extLst>
              <a:ext uri="{FF2B5EF4-FFF2-40B4-BE49-F238E27FC236}">
                <a16:creationId xmlns:a16="http://schemas.microsoft.com/office/drawing/2014/main" id="{8A016F6D-C716-4AFF-A5DC-B21D679B33E6}"/>
              </a:ext>
            </a:extLst>
          </p:cNvPr>
          <p:cNvCxnSpPr>
            <a:stCxn id="18" idx="3"/>
            <a:endCxn id="50" idx="0"/>
          </p:cNvCxnSpPr>
          <p:nvPr/>
        </p:nvCxnSpPr>
        <p:spPr>
          <a:xfrm>
            <a:off x="5511052" y="2585195"/>
            <a:ext cx="1245161" cy="13447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连接符: 肘形 53">
            <a:extLst>
              <a:ext uri="{FF2B5EF4-FFF2-40B4-BE49-F238E27FC236}">
                <a16:creationId xmlns:a16="http://schemas.microsoft.com/office/drawing/2014/main" id="{C76B3237-1B21-4DB7-86D1-AB48F7BD2AB6}"/>
              </a:ext>
            </a:extLst>
          </p:cNvPr>
          <p:cNvCxnSpPr>
            <a:stCxn id="23" idx="3"/>
            <a:endCxn id="50" idx="2"/>
          </p:cNvCxnSpPr>
          <p:nvPr/>
        </p:nvCxnSpPr>
        <p:spPr>
          <a:xfrm flipV="1">
            <a:off x="5511052" y="3102906"/>
            <a:ext cx="1245161" cy="140793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97B2C7C0-8974-403E-8070-75B3D65E092A}"/>
              </a:ext>
            </a:extLst>
          </p:cNvPr>
          <p:cNvCxnSpPr>
            <a:stCxn id="50" idx="3"/>
            <a:endCxn id="4" idx="2"/>
          </p:cNvCxnSpPr>
          <p:nvPr/>
        </p:nvCxnSpPr>
        <p:spPr>
          <a:xfrm flipV="1">
            <a:off x="7685315" y="2910883"/>
            <a:ext cx="2127193" cy="4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矩形 59">
            <a:extLst>
              <a:ext uri="{FF2B5EF4-FFF2-40B4-BE49-F238E27FC236}">
                <a16:creationId xmlns:a16="http://schemas.microsoft.com/office/drawing/2014/main" id="{7F95E34D-BCC0-4638-B91C-907AB294B895}"/>
              </a:ext>
            </a:extLst>
          </p:cNvPr>
          <p:cNvSpPr/>
          <p:nvPr/>
        </p:nvSpPr>
        <p:spPr>
          <a:xfrm>
            <a:off x="759759" y="1615556"/>
            <a:ext cx="8283387" cy="2055491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ja-JP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Local browser</a:t>
            </a:r>
            <a:endParaRPr kumimoji="1" lang="ja-JP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C3334DE9-1063-4C3E-B053-B81A54B0C31A}"/>
              </a:ext>
            </a:extLst>
          </p:cNvPr>
          <p:cNvSpPr/>
          <p:nvPr/>
        </p:nvSpPr>
        <p:spPr>
          <a:xfrm>
            <a:off x="9446555" y="1615556"/>
            <a:ext cx="1613968" cy="2055491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en-US" altLang="ja-JP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henChatWC</a:t>
            </a:r>
            <a:r>
              <a:rPr kumimoji="1" lang="en-US" altLang="ja-JP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ja-JP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server</a:t>
            </a:r>
            <a:endParaRPr kumimoji="1" lang="ja-JP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35158B98-C1D0-4013-BF90-4198EBEE7E8E}"/>
              </a:ext>
            </a:extLst>
          </p:cNvPr>
          <p:cNvSpPr/>
          <p:nvPr/>
        </p:nvSpPr>
        <p:spPr>
          <a:xfrm>
            <a:off x="3488655" y="705569"/>
            <a:ext cx="5554491" cy="774007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ja-JP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Send to your friends</a:t>
            </a:r>
            <a:endParaRPr kumimoji="1" lang="ja-JP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2746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流程图: 磁盘 3">
            <a:extLst>
              <a:ext uri="{FF2B5EF4-FFF2-40B4-BE49-F238E27FC236}">
                <a16:creationId xmlns:a16="http://schemas.microsoft.com/office/drawing/2014/main" id="{8DCA720C-E01F-4D8F-A1E1-3848065DA7FF}"/>
              </a:ext>
            </a:extLst>
          </p:cNvPr>
          <p:cNvSpPr/>
          <p:nvPr/>
        </p:nvSpPr>
        <p:spPr>
          <a:xfrm>
            <a:off x="9812508" y="2732715"/>
            <a:ext cx="1008531" cy="652183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err="1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MsgDB</a:t>
            </a:r>
            <a:endParaRPr kumimoji="1" lang="ja-JP" altLang="en-US" sz="14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584E218-9CB4-4680-A341-6BEF1F12A8B2}"/>
              </a:ext>
            </a:extLst>
          </p:cNvPr>
          <p:cNvSpPr/>
          <p:nvPr/>
        </p:nvSpPr>
        <p:spPr>
          <a:xfrm>
            <a:off x="5479994" y="2521321"/>
            <a:ext cx="914400" cy="3832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</a:t>
            </a:r>
            <a:r>
              <a:rPr lang="en-US" altLang="ja-JP" sz="14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crypt</a:t>
            </a:r>
            <a:endParaRPr lang="ja-JP" altLang="en-US" sz="14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4656EB1-2918-4A0D-8311-A53EBFD92F86}"/>
              </a:ext>
            </a:extLst>
          </p:cNvPr>
          <p:cNvSpPr/>
          <p:nvPr/>
        </p:nvSpPr>
        <p:spPr>
          <a:xfrm>
            <a:off x="3807492" y="2521321"/>
            <a:ext cx="914400" cy="3832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MSG</a:t>
            </a:r>
            <a:endParaRPr lang="ja-JP" altLang="en-US" sz="14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E1790EF-0142-4F17-954C-564CF0F28268}"/>
              </a:ext>
            </a:extLst>
          </p:cNvPr>
          <p:cNvSpPr/>
          <p:nvPr/>
        </p:nvSpPr>
        <p:spPr>
          <a:xfrm>
            <a:off x="6979343" y="2151122"/>
            <a:ext cx="1156129" cy="3832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</a:t>
            </a:r>
            <a:endParaRPr lang="ja-JP" altLang="en-US" sz="14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618DD42-0B63-4E2E-AC24-2CF44745341E}"/>
              </a:ext>
            </a:extLst>
          </p:cNvPr>
          <p:cNvSpPr/>
          <p:nvPr/>
        </p:nvSpPr>
        <p:spPr>
          <a:xfrm>
            <a:off x="6979342" y="2867590"/>
            <a:ext cx="1156129" cy="3832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MSG(ENC)</a:t>
            </a:r>
            <a:endParaRPr lang="ja-JP" altLang="en-US" sz="14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78B9660-9339-42B4-B26B-8B057A32FD29}"/>
              </a:ext>
            </a:extLst>
          </p:cNvPr>
          <p:cNvSpPr txBox="1"/>
          <p:nvPr/>
        </p:nvSpPr>
        <p:spPr>
          <a:xfrm>
            <a:off x="3807492" y="841548"/>
            <a:ext cx="51738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https://app.henchat.net/henChatWC/</a:t>
            </a:r>
            <a:r>
              <a:rPr lang="en-US" altLang="zh-Han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ja-JP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hash=</a:t>
            </a:r>
            <a:r>
              <a:rPr lang="en-US" altLang="ja-JP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r>
              <a:rPr lang="ja-JP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&amp;key=</a:t>
            </a:r>
            <a:r>
              <a:rPr lang="en-US" altLang="ja-JP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ja-JP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666DBC3-010E-42B8-B950-AD097ECCDCF4}"/>
              </a:ext>
            </a:extLst>
          </p:cNvPr>
          <p:cNvSpPr/>
          <p:nvPr/>
        </p:nvSpPr>
        <p:spPr>
          <a:xfrm>
            <a:off x="7690213" y="841548"/>
            <a:ext cx="326571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4AD1159-48CF-47C5-BDAC-98DEF345ECEF}"/>
              </a:ext>
            </a:extLst>
          </p:cNvPr>
          <p:cNvSpPr/>
          <p:nvPr/>
        </p:nvSpPr>
        <p:spPr>
          <a:xfrm>
            <a:off x="8546556" y="841547"/>
            <a:ext cx="326571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97B2C7C0-8974-403E-8070-75B3D65E092A}"/>
              </a:ext>
            </a:extLst>
          </p:cNvPr>
          <p:cNvCxnSpPr>
            <a:cxnSpLocks/>
            <a:stCxn id="18" idx="3"/>
            <a:endCxn id="4" idx="2"/>
          </p:cNvCxnSpPr>
          <p:nvPr/>
        </p:nvCxnSpPr>
        <p:spPr>
          <a:xfrm flipV="1">
            <a:off x="8135471" y="3058807"/>
            <a:ext cx="1677037" cy="404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矩形 59">
            <a:extLst>
              <a:ext uri="{FF2B5EF4-FFF2-40B4-BE49-F238E27FC236}">
                <a16:creationId xmlns:a16="http://schemas.microsoft.com/office/drawing/2014/main" id="{7F95E34D-BCC0-4638-B91C-907AB294B895}"/>
              </a:ext>
            </a:extLst>
          </p:cNvPr>
          <p:cNvSpPr/>
          <p:nvPr/>
        </p:nvSpPr>
        <p:spPr>
          <a:xfrm>
            <a:off x="3488655" y="1615556"/>
            <a:ext cx="5554491" cy="2055491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ja-JP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Local browser</a:t>
            </a:r>
            <a:endParaRPr kumimoji="1" lang="ja-JP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C3334DE9-1063-4C3E-B053-B81A54B0C31A}"/>
              </a:ext>
            </a:extLst>
          </p:cNvPr>
          <p:cNvSpPr/>
          <p:nvPr/>
        </p:nvSpPr>
        <p:spPr>
          <a:xfrm>
            <a:off x="9446555" y="1615556"/>
            <a:ext cx="1613968" cy="2055491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en-US" altLang="ja-JP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henChatWC</a:t>
            </a:r>
            <a:r>
              <a:rPr kumimoji="1" lang="en-US" altLang="ja-JP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ja-JP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server</a:t>
            </a:r>
            <a:endParaRPr kumimoji="1" lang="ja-JP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35158B98-C1D0-4013-BF90-4198EBEE7E8E}"/>
              </a:ext>
            </a:extLst>
          </p:cNvPr>
          <p:cNvSpPr/>
          <p:nvPr/>
        </p:nvSpPr>
        <p:spPr>
          <a:xfrm>
            <a:off x="3488655" y="705569"/>
            <a:ext cx="5554491" cy="774007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ja-JP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You receive this from someone</a:t>
            </a:r>
            <a:endParaRPr kumimoji="1" lang="ja-JP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连接符: 肘形 2">
            <a:extLst>
              <a:ext uri="{FF2B5EF4-FFF2-40B4-BE49-F238E27FC236}">
                <a16:creationId xmlns:a16="http://schemas.microsoft.com/office/drawing/2014/main" id="{82916D89-F908-4CC7-98ED-4E972A139572}"/>
              </a:ext>
            </a:extLst>
          </p:cNvPr>
          <p:cNvCxnSpPr>
            <a:cxnSpLocks/>
            <a:stCxn id="41" idx="2"/>
            <a:endCxn id="9" idx="3"/>
          </p:cNvCxnSpPr>
          <p:nvPr/>
        </p:nvCxnSpPr>
        <p:spPr>
          <a:xfrm rot="5400000">
            <a:off x="7825948" y="1458848"/>
            <a:ext cx="1193419" cy="574370"/>
          </a:xfrm>
          <a:prstGeom prst="bentConnector2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E5E7E9EB-9C3A-4E0F-8B13-AAE4FA1A01A8}"/>
              </a:ext>
            </a:extLst>
          </p:cNvPr>
          <p:cNvSpPr/>
          <p:nvPr/>
        </p:nvSpPr>
        <p:spPr>
          <a:xfrm>
            <a:off x="6979342" y="1684486"/>
            <a:ext cx="1156129" cy="3832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H(MSG)</a:t>
            </a:r>
            <a:endParaRPr lang="ja-JP" altLang="en-US" sz="14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77A13D3B-616B-4595-A612-DB50A994D9D4}"/>
              </a:ext>
            </a:extLst>
          </p:cNvPr>
          <p:cNvCxnSpPr>
            <a:cxnSpLocks/>
            <a:stCxn id="40" idx="2"/>
            <a:endCxn id="31" idx="1"/>
          </p:cNvCxnSpPr>
          <p:nvPr/>
        </p:nvCxnSpPr>
        <p:spPr>
          <a:xfrm rot="5400000">
            <a:off x="7053030" y="1075638"/>
            <a:ext cx="726782" cy="874157"/>
          </a:xfrm>
          <a:prstGeom prst="bentConnector4">
            <a:avLst>
              <a:gd name="adj1" fmla="val 36817"/>
              <a:gd name="adj2" fmla="val 126151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连接符: 肘形 19">
            <a:extLst>
              <a:ext uri="{FF2B5EF4-FFF2-40B4-BE49-F238E27FC236}">
                <a16:creationId xmlns:a16="http://schemas.microsoft.com/office/drawing/2014/main" id="{56ACD07E-BA0B-4A02-B6EB-A7C6B0D627DE}"/>
              </a:ext>
            </a:extLst>
          </p:cNvPr>
          <p:cNvCxnSpPr>
            <a:cxnSpLocks/>
            <a:stCxn id="31" idx="3"/>
            <a:endCxn id="4" idx="1"/>
          </p:cNvCxnSpPr>
          <p:nvPr/>
        </p:nvCxnSpPr>
        <p:spPr>
          <a:xfrm>
            <a:off x="8135471" y="1876107"/>
            <a:ext cx="2181303" cy="856608"/>
          </a:xfrm>
          <a:prstGeom prst="bentConnector2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连接符: 肘形 29">
            <a:extLst>
              <a:ext uri="{FF2B5EF4-FFF2-40B4-BE49-F238E27FC236}">
                <a16:creationId xmlns:a16="http://schemas.microsoft.com/office/drawing/2014/main" id="{6D4D7003-8595-4C0E-875D-40C9CEEA049E}"/>
              </a:ext>
            </a:extLst>
          </p:cNvPr>
          <p:cNvCxnSpPr>
            <a:cxnSpLocks/>
            <a:stCxn id="9" idx="1"/>
            <a:endCxn id="6" idx="0"/>
          </p:cNvCxnSpPr>
          <p:nvPr/>
        </p:nvCxnSpPr>
        <p:spPr>
          <a:xfrm rot="10800000" flipV="1">
            <a:off x="5937195" y="2342743"/>
            <a:ext cx="1042149" cy="178578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连接符: 肘形 32">
            <a:extLst>
              <a:ext uri="{FF2B5EF4-FFF2-40B4-BE49-F238E27FC236}">
                <a16:creationId xmlns:a16="http://schemas.microsoft.com/office/drawing/2014/main" id="{CDFDD34D-3D6B-458A-8F64-D3685D1E63B5}"/>
              </a:ext>
            </a:extLst>
          </p:cNvPr>
          <p:cNvCxnSpPr>
            <a:cxnSpLocks/>
            <a:stCxn id="18" idx="1"/>
            <a:endCxn id="6" idx="2"/>
          </p:cNvCxnSpPr>
          <p:nvPr/>
        </p:nvCxnSpPr>
        <p:spPr>
          <a:xfrm rot="10800000">
            <a:off x="5937194" y="2904563"/>
            <a:ext cx="1042148" cy="154649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5898DAF2-EB70-41D4-92D0-01D621E91A38}"/>
              </a:ext>
            </a:extLst>
          </p:cNvPr>
          <p:cNvCxnSpPr>
            <a:stCxn id="6" idx="1"/>
            <a:endCxn id="8" idx="3"/>
          </p:cNvCxnSpPr>
          <p:nvPr/>
        </p:nvCxnSpPr>
        <p:spPr>
          <a:xfrm flipH="1">
            <a:off x="4721892" y="2712942"/>
            <a:ext cx="75810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6980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143</Words>
  <Application>Microsoft Office PowerPoint</Application>
  <PresentationFormat>宽屏</PresentationFormat>
  <Paragraphs>23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游ゴシック</vt:lpstr>
      <vt:lpstr>游ゴシック Light</vt:lpstr>
      <vt:lpstr>微软雅黑</vt:lpstr>
      <vt:lpstr>Arial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CH3COOOH</dc:creator>
  <cp:lastModifiedBy>Azuya Ou</cp:lastModifiedBy>
  <cp:revision>4</cp:revision>
  <dcterms:created xsi:type="dcterms:W3CDTF">2023-04-22T05:12:24Z</dcterms:created>
  <dcterms:modified xsi:type="dcterms:W3CDTF">2026-03-05T14:36:12Z</dcterms:modified>
</cp:coreProperties>
</file>